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4" r:id="rId2"/>
    <p:sldId id="286" r:id="rId3"/>
    <p:sldId id="289" r:id="rId4"/>
    <p:sldId id="287" r:id="rId5"/>
    <p:sldId id="288" r:id="rId6"/>
    <p:sldId id="285" r:id="rId7"/>
    <p:sldId id="290" r:id="rId8"/>
    <p:sldId id="291" r:id="rId9"/>
    <p:sldId id="294" r:id="rId10"/>
    <p:sldId id="295" r:id="rId11"/>
    <p:sldId id="296" r:id="rId12"/>
    <p:sldId id="2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09DF5-A0AA-4104-A4DD-E95627FB0EC6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30D23-764C-42DC-9AF7-58C1EBD4D4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02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168E359-DAE8-AE46-C91B-4671CEB9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60A3C816-4CEB-30EF-0387-1EE8E35F9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347B22E3-7CD6-889A-448F-A6922EF31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309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B7521C79-DA88-3842-3A62-5B5890C2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CFD57F8F-B3B8-91E9-EA85-FC658F5E4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CB31E0E5-E14C-5CE1-DB17-2E97FE609B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8454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78FB7306-88B4-EBAF-C8BB-C46D1540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370101C5-C159-77D0-55D4-F2307CDCC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DEA213F6-ECA6-D080-2B7F-67342DE24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6467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E19EF54D-F176-7E0B-F17E-8691CF75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564AF64C-7782-3D3A-2B10-133C5AA26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9B64250D-DD37-37E7-1213-3B2B344D3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2440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8C358586-8E87-C3BE-C574-38CB905A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D722D9D4-E8E5-743F-79D3-172087202C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48D67D91-2140-9858-54EB-8D90D6787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2424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067FA507-C711-ED77-E850-637446DD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B351C607-AD00-B94A-4BC3-7B0738B8B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23A9144D-9A28-533B-D5C2-D9C2005E4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5730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A7C2A118-2A7F-1487-D448-227C1D916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2C045984-6311-09E0-B51F-2F29AC642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0D4A9730-7783-F2E4-14F4-6A278EB2D6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0477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225CA519-E038-D295-83DD-8D643C35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6ADC83CD-C9D7-A21B-11D0-D8E61790B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23600807-5F00-2C95-78E8-1A7DF8484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937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17C4C45A-A515-003F-2ACC-12D6B0B9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8973CACF-0424-662C-4B63-0FF7FF4D2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723AA4EB-A097-C265-316B-CAB6B7549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6955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74BF9233-672D-A87D-7B24-66D77293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2222E029-F924-0006-B2F9-CB7D8212A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356E16B5-2305-9DB2-DD53-BC36A6652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6803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49306849-FE7A-C5C1-5980-471BBD58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>
            <a:extLst>
              <a:ext uri="{FF2B5EF4-FFF2-40B4-BE49-F238E27FC236}">
                <a16:creationId xmlns:a16="http://schemas.microsoft.com/office/drawing/2014/main" id="{EF42CB32-0B89-4397-86AB-2A74A89D21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14:notes">
            <a:extLst>
              <a:ext uri="{FF2B5EF4-FFF2-40B4-BE49-F238E27FC236}">
                <a16:creationId xmlns:a16="http://schemas.microsoft.com/office/drawing/2014/main" id="{296B7E2E-1FED-7888-B285-1465929B1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1699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8928-C0B5-994B-8B0A-AEA0A1B4E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93D32-6FFF-CFC9-6AE2-9684815F5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28ABF-5679-265C-1778-2C1148E3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1EA26-B9DF-C0CF-C839-257E45D7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C6DFF-3B7C-2A5E-D9FD-63DB1083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56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BCDC-5C16-A09B-B990-2138AAAF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86E56-4443-DC02-65FE-66CC383A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4AA5-3B3A-1C54-4D0D-7FFF3829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4B5BF-E48A-8A1C-57FE-FFB1D3EE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9211A-A9A2-6730-E124-E29B0306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34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C6791-087E-E8A2-AA69-78386A1A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A74D6-98A4-890B-8869-F8320F648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5780D-9665-4E8F-B0B7-85F5C5B8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19475-F770-77FB-517C-6A8A4BF3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5CED8-EA6B-493E-C305-9E2E1177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26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9ECF-F323-4BD2-2D15-CA91213D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B6C55-7EB4-4119-E47D-4B5278CEE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5784A-FB8C-F5BC-C4B9-DA9A4D17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6EF3F-EA01-BE5A-9BEE-58078EF3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56F8-5B90-F47E-465B-62BADD304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886F0-9A79-3D3A-5D37-68D16CAD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33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064A-7A9F-65DE-4B46-8A8FB4C2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94628-807C-7B0A-6AE3-40A6125FB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9D9D-9799-A824-678A-5C2AF814C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55B71-8730-7A7F-1C6C-573A8315A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D10C8F-4DA0-A7EC-69AD-B4949E642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4B59E-13FC-FFCC-714D-DAF0A785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B0143-AEDF-C731-2B2E-886F18AF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307A2-26BC-A6D4-228C-D14DF9EE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17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7065-0FC5-05D8-4C9D-F014DBF9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FCA85-5B68-1011-8801-5F945D9B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A5ECA-BEA6-1E37-5495-4A022482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64936-1057-0B37-CBEA-48E99B68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60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67597-03BE-1948-EABD-A8CCB3282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8247E-A96B-718B-7005-3F9B1ED6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13D51-0305-573A-3F3E-021760E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85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D89C1-9E2B-8DEB-0B39-154A6E89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92851-BA9D-4672-D387-640A29513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95DFD-B557-6745-6AFF-E4A34CAE0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39CFA-74EB-7032-3407-AD74E518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0CF9D-E69E-53FC-2AB6-019932DF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7E124-0E3E-EE26-31BE-2AF89F14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3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F7E9-C860-7697-3A7B-CF3ECFA63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53411-A30D-B91B-3A04-689A8C9A6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8CE7F-4F72-A253-99D9-97ECCC3C6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D7053-2A72-913B-8EF1-005ACD9C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E8F26-4CC4-8ABB-290F-2254AC57C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8B0A7-E26A-51AA-600B-AF0745D9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07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EB5B-EC33-66B2-EBEF-F6B70BFB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09E1F-A7AD-4B7F-F779-319A2A753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2A77-999A-FD9C-D25A-3544ECA3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15AFD-1736-BB51-888D-D63E9B17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7F50C-D04F-EF5C-EC5A-D3EE3810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65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042E-591F-2A65-E529-F9E4606E7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EBE1C-7E0E-75E5-C59E-3E1B090D9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2F39-69FC-1186-B160-4ADACB3B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0008-2CA8-B787-E2F9-CE954256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DFF9F-D4A7-0C0E-A304-9BBFCF83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148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5177B-3002-6A8E-4931-A92007D7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5BE7C-4334-5BBA-8F2D-162D823DD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742D9-C0E0-3205-3A7C-996A39EF9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43330-5CA7-456E-9C8E-B9F5BE75B141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07721-B880-78F4-32F8-6B718BD7E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44822-E8C2-98DE-9DA1-4030E85DB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750B7-43F5-4A42-BCB1-A5D0BF301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5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9ABC8389-2EF0-EB76-625F-711240B9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FCCC2AE6-A2D8-9761-643B-4176540786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173" y="381939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00BC0E3B-F6E8-0338-99B1-A2A522F6C4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15127" y="294156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760538-8D81-C447-4A1C-0EA5A3BF6E2D}"/>
              </a:ext>
            </a:extLst>
          </p:cNvPr>
          <p:cNvSpPr txBox="1"/>
          <p:nvPr/>
        </p:nvSpPr>
        <p:spPr>
          <a:xfrm>
            <a:off x="619594" y="3429000"/>
            <a:ext cx="282264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KANIGASRI M(192565010)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CHAITHIKA L S(192311092)</a:t>
            </a:r>
          </a:p>
          <a:p>
            <a:pPr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BABY SHALINI E(192521268)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EDB5C-3BF5-4CCE-7B85-089AFB841D49}"/>
              </a:ext>
            </a:extLst>
          </p:cNvPr>
          <p:cNvSpPr txBox="1"/>
          <p:nvPr/>
        </p:nvSpPr>
        <p:spPr>
          <a:xfrm>
            <a:off x="7154956" y="3774332"/>
            <a:ext cx="4417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CSA0925</a:t>
            </a: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IN JAVA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60ED9-253E-4DC7-D51C-D6535417C534}"/>
              </a:ext>
            </a:extLst>
          </p:cNvPr>
          <p:cNvSpPr txBox="1"/>
          <p:nvPr/>
        </p:nvSpPr>
        <p:spPr>
          <a:xfrm>
            <a:off x="1474657" y="1210536"/>
            <a:ext cx="9340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Digital Certificate Verification Using Blockchain and QR Authentication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2977A-8FEE-FF8B-1A5C-59AC4951CFEE}"/>
              </a:ext>
            </a:extLst>
          </p:cNvPr>
          <p:cNvSpPr txBox="1"/>
          <p:nvPr/>
        </p:nvSpPr>
        <p:spPr>
          <a:xfrm>
            <a:off x="3550796" y="5137799"/>
            <a:ext cx="2545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Dr.Sivasankar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19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61BE59C-E247-5313-DF73-2EA3D12A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1B4A0875-9B65-707D-D6B5-5C9212333A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173" y="381939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6CDD050D-DF90-2A97-9665-09356C95E2C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15127" y="381939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EB15E-D9DD-C2E6-16E6-C7D072C95CF6}"/>
              </a:ext>
            </a:extLst>
          </p:cNvPr>
          <p:cNvSpPr txBox="1"/>
          <p:nvPr/>
        </p:nvSpPr>
        <p:spPr>
          <a:xfrm>
            <a:off x="1034321" y="2173574"/>
            <a:ext cx="9301397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certificates are widely used to verify academic and professional achievements.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traditional paper and PDF certificates can be forged, duplicated, or modified, making verification difficult.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certificate verification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hashing, QR code authentication, and blockchain concepts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secure certificate generation and instant verification.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simple, reliable, and tamper-resistant solution for educational institutions and organizations.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F7FC3-7FC0-F661-0B8A-A51E7350A209}"/>
              </a:ext>
            </a:extLst>
          </p:cNvPr>
          <p:cNvSpPr txBox="1"/>
          <p:nvPr/>
        </p:nvSpPr>
        <p:spPr>
          <a:xfrm>
            <a:off x="4093876" y="453807"/>
            <a:ext cx="2988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92004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317D80D9-DDF9-1209-7088-F35DA3171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490175B6-460C-9A2E-1963-E020E5CAC8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44" y="381939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5B7CFCEE-DD7E-000F-C6F9-6ED47A185CB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8156" y="381939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63C1F6-7011-C5DD-1B9B-187B5EF32F4E}"/>
              </a:ext>
            </a:extLst>
          </p:cNvPr>
          <p:cNvSpPr txBox="1"/>
          <p:nvPr/>
        </p:nvSpPr>
        <p:spPr>
          <a:xfrm>
            <a:off x="3332812" y="54576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B5FD6-9ED4-A49B-43BB-F6D9B0EB4955}"/>
              </a:ext>
            </a:extLst>
          </p:cNvPr>
          <p:cNvSpPr txBox="1"/>
          <p:nvPr/>
        </p:nvSpPr>
        <p:spPr>
          <a:xfrm>
            <a:off x="527154" y="2690336"/>
            <a:ext cx="4052341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certificates are increasing.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is slow.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Certificates can be easily modified.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reliable verification mechanism.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A19AB-725D-5D58-18C3-D873F64C8D5A}"/>
              </a:ext>
            </a:extLst>
          </p:cNvPr>
          <p:cNvSpPr txBox="1"/>
          <p:nvPr/>
        </p:nvSpPr>
        <p:spPr>
          <a:xfrm>
            <a:off x="6547841" y="2551837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certificate forgery.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certificate records using blockchain.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instant QR code verification.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certificate tampering.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transparent audit records.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950E60-6618-3E0B-5AF4-5889B288E326}"/>
              </a:ext>
            </a:extLst>
          </p:cNvPr>
          <p:cNvCxnSpPr/>
          <p:nvPr/>
        </p:nvCxnSpPr>
        <p:spPr>
          <a:xfrm>
            <a:off x="5381469" y="2375941"/>
            <a:ext cx="0" cy="289310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415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1823ABB-52F9-36D6-3CAB-68EDBB82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373E9D09-FDF1-D762-F4AB-49320A6BFF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0415" y="371053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4912576D-81E8-D97F-BF96-043B86E5EC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3860" y="371053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105C39-90AC-794B-1F51-664A7695962C}"/>
              </a:ext>
            </a:extLst>
          </p:cNvPr>
          <p:cNvSpPr txBox="1"/>
          <p:nvPr/>
        </p:nvSpPr>
        <p:spPr>
          <a:xfrm>
            <a:off x="2909011" y="482817"/>
            <a:ext cx="6790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Certificate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20B45-FC8A-B615-E5B1-A170CBC4EF21}"/>
              </a:ext>
            </a:extLst>
          </p:cNvPr>
          <p:cNvSpPr txBox="1"/>
          <p:nvPr/>
        </p:nvSpPr>
        <p:spPr>
          <a:xfrm>
            <a:off x="911961" y="1542567"/>
            <a:ext cx="921227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the administrator to create digital certificates using student information. The application generates a unique SHA-256 hash and embeds a QR code into the certificate.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student details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certificate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SHA-256 hash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QR code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certificate as PDF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QR-enabled certificate</a:t>
            </a:r>
          </a:p>
        </p:txBody>
      </p:sp>
    </p:spTree>
    <p:extLst>
      <p:ext uri="{BB962C8B-B14F-4D97-AF65-F5344CB8AC3E}">
        <p14:creationId xmlns:p14="http://schemas.microsoft.com/office/powerpoint/2010/main" val="214147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7D35F60C-F0CA-656F-3449-EF0715A3D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3B6ECCC3-F837-D99C-3FE3-3DF553CFBD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209" y="381939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9D96A1D3-332D-B217-DAF5-C114FE4F33A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4914" y="381939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2B0DDA-FBAF-F99F-53BF-1EA3B21BD61C}"/>
              </a:ext>
            </a:extLst>
          </p:cNvPr>
          <p:cNvSpPr txBox="1"/>
          <p:nvPr/>
        </p:nvSpPr>
        <p:spPr>
          <a:xfrm>
            <a:off x="2696869" y="381939"/>
            <a:ext cx="73688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Certificate Verification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012C0-B9C6-E6A0-9E75-F8344051F664}"/>
              </a:ext>
            </a:extLst>
          </p:cNvPr>
          <p:cNvSpPr txBox="1"/>
          <p:nvPr/>
        </p:nvSpPr>
        <p:spPr>
          <a:xfrm>
            <a:off x="590093" y="1315795"/>
            <a:ext cx="1124590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scan the QR code to verify certificate authenticity. The Java application compares the stored hash with the current certificate hash.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QR code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certificate data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SHA-256 hashes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certificate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verification status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Verified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Invalid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details </a:t>
            </a:r>
          </a:p>
        </p:txBody>
      </p:sp>
    </p:spTree>
    <p:extLst>
      <p:ext uri="{BB962C8B-B14F-4D97-AF65-F5344CB8AC3E}">
        <p14:creationId xmlns:p14="http://schemas.microsoft.com/office/powerpoint/2010/main" val="400065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0465FE50-DD64-B597-864E-EC912438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6163EAE8-870F-36E5-9A0C-03B83BF44A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329" y="256142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474D5FD0-FBD7-FB93-A472-A3A30F0C9C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6971" y="256142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A169A5-91F5-C002-D51A-11AB7FA0F3E1}"/>
              </a:ext>
            </a:extLst>
          </p:cNvPr>
          <p:cNvSpPr txBox="1"/>
          <p:nvPr/>
        </p:nvSpPr>
        <p:spPr>
          <a:xfrm>
            <a:off x="2458388" y="385335"/>
            <a:ext cx="7457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Admin &amp; Audit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3E94B-B9EE-A339-1EA1-5A34420622F2}"/>
              </a:ext>
            </a:extLst>
          </p:cNvPr>
          <p:cNvSpPr txBox="1"/>
          <p:nvPr/>
        </p:nvSpPr>
        <p:spPr>
          <a:xfrm>
            <a:off x="573874" y="1315795"/>
            <a:ext cx="11226589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manages certificate records and monitors verification history. The system records every verification attempt for auditing.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as administrator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issued certificates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verification logs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modifications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audit reports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logs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history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Tampering alerts</a:t>
            </a:r>
          </a:p>
        </p:txBody>
      </p:sp>
    </p:spTree>
    <p:extLst>
      <p:ext uri="{BB962C8B-B14F-4D97-AF65-F5344CB8AC3E}">
        <p14:creationId xmlns:p14="http://schemas.microsoft.com/office/powerpoint/2010/main" val="426764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88E66B8D-5410-6727-1047-29A0FEB0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2D127EE7-5894-1040-F172-C98E2C3E93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83" y="245085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9E983CA2-5698-710B-27FD-58431B4407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2171" y="255971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DE972-E718-A82F-853F-8C78D9BF46D4}"/>
              </a:ext>
            </a:extLst>
          </p:cNvPr>
          <p:cNvSpPr txBox="1"/>
          <p:nvPr/>
        </p:nvSpPr>
        <p:spPr>
          <a:xfrm>
            <a:off x="3795195" y="453440"/>
            <a:ext cx="4193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36A69-BF63-D9EB-8591-F4AA22AACF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73" r="175"/>
          <a:stretch>
            <a:fillRect/>
          </a:stretch>
        </p:blipFill>
        <p:spPr>
          <a:xfrm>
            <a:off x="1512446" y="1480727"/>
            <a:ext cx="9167107" cy="527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7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06F4ADA6-0316-B915-6E66-C0B117C4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5D6D6A1C-2BC6-AD95-08B6-DC48C9AB4F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597" y="468283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CEBEEA59-FBF2-3FC2-FDA1-0ABFCA18F5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36703" y="308787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BD1025-B749-6AAD-AF6F-AE923D31BF8C}"/>
              </a:ext>
            </a:extLst>
          </p:cNvPr>
          <p:cNvSpPr txBox="1"/>
          <p:nvPr/>
        </p:nvSpPr>
        <p:spPr>
          <a:xfrm>
            <a:off x="802930" y="1991340"/>
            <a:ext cx="3315527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(JDK 17/21)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 / JavaFX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(Java Security API)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ZXing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Library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 Library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/ IntelliJ IDEA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22E32-6407-B90E-B409-2BE1C8ECECC4}"/>
              </a:ext>
            </a:extLst>
          </p:cNvPr>
          <p:cNvSpPr txBox="1"/>
          <p:nvPr/>
        </p:nvSpPr>
        <p:spPr>
          <a:xfrm>
            <a:off x="7415785" y="1991340"/>
            <a:ext cx="3652113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Certification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Documents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66329-73B5-D588-5443-6B2D783BC22C}"/>
              </a:ext>
            </a:extLst>
          </p:cNvPr>
          <p:cNvSpPr txBox="1"/>
          <p:nvPr/>
        </p:nvSpPr>
        <p:spPr>
          <a:xfrm>
            <a:off x="2852928" y="676638"/>
            <a:ext cx="613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&amp; Applications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675073-8019-56F7-4EBF-FD74184A90A1}"/>
              </a:ext>
            </a:extLst>
          </p:cNvPr>
          <p:cNvCxnSpPr/>
          <p:nvPr/>
        </p:nvCxnSpPr>
        <p:spPr>
          <a:xfrm>
            <a:off x="5749747" y="1991340"/>
            <a:ext cx="0" cy="3782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55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8EECC296-EC25-379F-39E3-678D886A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B596F1FD-6504-7DF9-5CF6-62DC20ABB2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698" y="212251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A7BAE0DC-DC81-A1D2-C995-5FF8B6D1AF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15924" y="212251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BB8ABC-23F7-85B1-B571-AE593D14090A}"/>
              </a:ext>
            </a:extLst>
          </p:cNvPr>
          <p:cNvSpPr txBox="1"/>
          <p:nvPr/>
        </p:nvSpPr>
        <p:spPr>
          <a:xfrm>
            <a:off x="1074289" y="2128723"/>
            <a:ext cx="10044815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proposed Java application provides a secure and efficient method for generating and verifying digital certificates.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By combining </a:t>
            </a:r>
            <a:r>
              <a:rPr lang="en-IN" b="1" dirty="0"/>
              <a:t>Java, MySQL, JDBC, SHA-256 hashing, and QR code technology</a:t>
            </a:r>
            <a:r>
              <a:rPr lang="en-IN" dirty="0"/>
              <a:t>, the system minimizes certificate forgery and simplifies the verification process.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It offers faster authentication, improved security, and easy certificate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The project demonstrates the practical application of Java programming in solving real-world security challenges and can be further enhanced with cloud integration and mobile-based verification.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DA378-CCA5-F33A-9BF5-E25157C0E9B6}"/>
              </a:ext>
            </a:extLst>
          </p:cNvPr>
          <p:cNvSpPr txBox="1"/>
          <p:nvPr/>
        </p:nvSpPr>
        <p:spPr>
          <a:xfrm>
            <a:off x="4350715" y="415163"/>
            <a:ext cx="33082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0607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6205DD4F-760C-7735-877E-2F2F4905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2C4AD9CD-68D0-DD45-FE50-8EEFDB8C1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610" y="381939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34E913C4-2066-48B7-2320-9A2D679F4B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86894" y="392825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038A90-C376-1525-8EE9-D2F15085B07C}"/>
              </a:ext>
            </a:extLst>
          </p:cNvPr>
          <p:cNvSpPr txBox="1"/>
          <p:nvPr/>
        </p:nvSpPr>
        <p:spPr>
          <a:xfrm>
            <a:off x="1460602" y="2409161"/>
            <a:ext cx="664464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Platform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(2023).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Security 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ZXing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Team. (2024).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ZXing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 Library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Software. (2023).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 Library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(2024).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Developer Guide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9C14CA-A687-0E8C-A880-8A41FE51A4CA}"/>
              </a:ext>
            </a:extLst>
          </p:cNvPr>
          <p:cNvSpPr txBox="1"/>
          <p:nvPr/>
        </p:nvSpPr>
        <p:spPr>
          <a:xfrm>
            <a:off x="3482628" y="590294"/>
            <a:ext cx="47932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(2021–2025)</a:t>
            </a:r>
          </a:p>
        </p:txBody>
      </p:sp>
    </p:spTree>
    <p:extLst>
      <p:ext uri="{BB962C8B-B14F-4D97-AF65-F5344CB8AC3E}">
        <p14:creationId xmlns:p14="http://schemas.microsoft.com/office/powerpoint/2010/main" val="434430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>
          <a:extLst>
            <a:ext uri="{FF2B5EF4-FFF2-40B4-BE49-F238E27FC236}">
              <a16:creationId xmlns:a16="http://schemas.microsoft.com/office/drawing/2014/main" id="{FD88311B-BC72-ADDB-041B-0C2574F9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>
            <a:extLst>
              <a:ext uri="{FF2B5EF4-FFF2-40B4-BE49-F238E27FC236}">
                <a16:creationId xmlns:a16="http://schemas.microsoft.com/office/drawing/2014/main" id="{CCE774C2-B58E-92A0-BAAA-889D6BCA6C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23" y="371053"/>
            <a:ext cx="1211036" cy="10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>
            <a:extLst>
              <a:ext uri="{FF2B5EF4-FFF2-40B4-BE49-F238E27FC236}">
                <a16:creationId xmlns:a16="http://schemas.microsoft.com/office/drawing/2014/main" id="{1680E75E-3A48-BDEC-E5A7-1A89D42D21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84251" y="381939"/>
            <a:ext cx="10287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0C5AAB-09D0-4E10-E4CF-FE80BE732E41}"/>
              </a:ext>
            </a:extLst>
          </p:cNvPr>
          <p:cNvSpPr txBox="1"/>
          <p:nvPr/>
        </p:nvSpPr>
        <p:spPr>
          <a:xfrm>
            <a:off x="3621024" y="2882188"/>
            <a:ext cx="50694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810187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0DDCFF-5ABB-82DC-CE60-1F5B1B8EC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5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525</Words>
  <Application>Microsoft Office PowerPoint</Application>
  <PresentationFormat>Widescreen</PresentationFormat>
  <Paragraphs>95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KanigaSri M</dc:creator>
  <cp:lastModifiedBy>LS Chaithika</cp:lastModifiedBy>
  <cp:revision>4</cp:revision>
  <dcterms:created xsi:type="dcterms:W3CDTF">2026-08-03T15:04:39Z</dcterms:created>
  <dcterms:modified xsi:type="dcterms:W3CDTF">2026-08-04T09:20:35Z</dcterms:modified>
</cp:coreProperties>
</file>